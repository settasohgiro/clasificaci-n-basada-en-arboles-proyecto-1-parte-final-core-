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15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1871-61AF-C0A7-A371-5B4A902A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F53239-2562-A2DB-2AA8-E08565688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F748F-10A4-23A1-BC27-38C3BACD6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A4E64-1D02-BAAC-5D70-F819416A99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4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B185E-C534-475A-FD58-2302BD346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FFC5F-2327-03DA-D49F-B531309A0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F3FCD-51D9-1FA2-F422-E75A555DF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D1764-40A4-0D87-5CE9-2D5890ABA1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97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8D532-4A00-3C13-23AA-8C7A25966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59265-D230-F7C0-134A-BF5547FF1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CC0FE-5351-482B-BAA7-E7E01C705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1C7BE-950E-E4A1-4B82-5094FC96FD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35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2C1AF-037C-7274-556D-ADF3F3D6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8FCCD-0A99-0BA4-214E-74D6D217C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9C729-1D07-06C6-F061-B90C547A4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70887-1884-11ED-32E8-03CBF7DA3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55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DC4A4-DB89-19E6-D0AD-B99FA7A99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ED45F-6245-0CE1-3636-29BA0288D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0D265-B31C-F27C-9AC3-02A63D434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FFCE1-2BB8-9215-AC5A-6A7E316B0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20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4E79"/>
                </a:solidFill>
              </a:rPr>
              <a:t>Proyecto 1: Análisis y Predicción de Ventas en Retail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75B6"/>
                </a:solidFill>
              </a:rPr>
              <a:t>Clasificación Basada en Árboles - One-Page Summary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126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4. Conclusiones y Recomendaciones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RF destaca en precisión y ROC.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Recomendar implementación en producción.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Monitorear ratings y branches para optimizar ventas.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8046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</a:rPr>
              <a:t>v1.0.0 | Retail ML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C4D96-52A5-4DB8-935D-EC8AABC2A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CCB523-6C4F-C71A-C10A-4FE24DB3AE00}"/>
              </a:ext>
            </a:extLst>
          </p:cNvPr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4E79"/>
                </a:solidFill>
              </a:rPr>
              <a:t>Proyecto 1: Análisis y Predicción de Ventas en Retail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E1097D-3658-B71E-C14B-B97BFE94667E}"/>
              </a:ext>
            </a:extLst>
          </p:cNvPr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1. Introducción y Objetivos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Realizar EDA completo del dataset de ventas retail.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Benchmarking de modelos ML para predecir/clasificar ventas.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Enfocado en técnicas basadas en árboles (DT, RF).</a:t>
            </a: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1498C36-04AB-B222-142F-D598E9F1F834}"/>
              </a:ext>
            </a:extLst>
          </p:cNvPr>
          <p:cNvSpPr/>
          <p:nvPr/>
        </p:nvSpPr>
        <p:spPr>
          <a:xfrm>
            <a:off x="457200" y="6126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4. Conclusiones y Recomendaciones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RF destaca en precisión y ROC.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Recomendar implementación en producción.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Monitorear ratings y branches para optimizar ventas.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129E9C8-F8E6-D1F6-1B19-6D406DBB0B9D}"/>
              </a:ext>
            </a:extLst>
          </p:cNvPr>
          <p:cNvSpPr/>
          <p:nvPr/>
        </p:nvSpPr>
        <p:spPr>
          <a:xfrm>
            <a:off x="457200" y="8046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</a:rPr>
              <a:t>v1.0.0 | Retail ML Project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28728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F5184-937E-D42A-F1AE-34E6E0092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0AC36D-59A7-8506-CC32-A86668582C3B}"/>
              </a:ext>
            </a:extLst>
          </p:cNvPr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4E79"/>
                </a:solidFill>
              </a:rPr>
              <a:t>Proyecto 1: Análisis y Predicción de Ventas en Retail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927AA3-DE8C-9485-1B03-DE16117119C8}"/>
              </a:ext>
            </a:extLst>
          </p:cNvPr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75B6"/>
                </a:solidFill>
              </a:rPr>
              <a:t>Clasificación Basada en Árboles - One-Page Summary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71F350-F433-5185-A98F-996DC92253F6}"/>
              </a:ext>
            </a:extLst>
          </p:cNvPr>
          <p:cNvSpPr/>
          <p:nvPr/>
        </p:nvSpPr>
        <p:spPr>
          <a:xfrm>
            <a:off x="457200" y="1817371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2. Dataset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500 registros, 15 columnas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Variables: OrderID, Branch, City, CustomerType, ProductLine, Total, Rating, etc.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No nulos, distribución de ventas normal.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EEBBACD-070C-F5D1-164E-A45931366FB2}"/>
              </a:ext>
            </a:extLst>
          </p:cNvPr>
          <p:cNvSpPr/>
          <p:nvPr/>
        </p:nvSpPr>
        <p:spPr>
          <a:xfrm>
            <a:off x="457200" y="8046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</a:rPr>
              <a:t>v1.0.0 | Retail ML Project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7695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3E469-67DA-1FD7-A287-83D069D94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CD3E7B-CDF3-1EF3-3811-D749DA6E6B3E}"/>
              </a:ext>
            </a:extLst>
          </p:cNvPr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4E79"/>
                </a:solidFill>
              </a:rPr>
              <a:t>Proyecto 1: Análisis y Predicción de Ventas en Retail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459D01-EAC5-85DE-B047-E8F4783F04EE}"/>
              </a:ext>
            </a:extLst>
          </p:cNvPr>
          <p:cNvSpPr/>
          <p:nvPr/>
        </p:nvSpPr>
        <p:spPr>
          <a:xfrm>
            <a:off x="457200" y="149225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3. Hallazgos Clave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Ventas promedio ~$2010, influenciadas por Quantity y ProductLine.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Mejores modelos: Random Forest y Decision Tree.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Alta AUC en clasificación de ventas altas.</a:t>
            </a: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34AC25B-EAC1-46F4-F2E2-FB8B6D3AE9A8}"/>
              </a:ext>
            </a:extLst>
          </p:cNvPr>
          <p:cNvSpPr/>
          <p:nvPr/>
        </p:nvSpPr>
        <p:spPr>
          <a:xfrm>
            <a:off x="457200" y="6126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4. Conclusiones y Recomendaciones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RF destaca en precisión y ROC.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Recomendar implementación en producción.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Monitorear ratings y branches para optimizar ventas.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E8BB9FD-9719-30C3-F753-539921786767}"/>
              </a:ext>
            </a:extLst>
          </p:cNvPr>
          <p:cNvSpPr/>
          <p:nvPr/>
        </p:nvSpPr>
        <p:spPr>
          <a:xfrm>
            <a:off x="457200" y="8046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</a:rPr>
              <a:t>v1.0.0 | Retail ML Project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1983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3517C-DACA-5E1A-A5E9-12BE85B4D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A1675A-5A58-0073-8114-B7310899E2B8}"/>
              </a:ext>
            </a:extLst>
          </p:cNvPr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4E79"/>
                </a:solidFill>
              </a:rPr>
              <a:t>Proyecto 1: Análisis y Predicción de Ventas en Retail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C9CAA5-8AA2-D736-5739-BB4E6E762818}"/>
              </a:ext>
            </a:extLst>
          </p:cNvPr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75B6"/>
                </a:solidFill>
              </a:rPr>
              <a:t>Clasificación Basada en Árboles - One-Page Summary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9345333-2FBA-EE14-D114-C6361CD3ECEF}"/>
              </a:ext>
            </a:extLst>
          </p:cNvPr>
          <p:cNvSpPr/>
          <p:nvPr/>
        </p:nvSpPr>
        <p:spPr>
          <a:xfrm>
            <a:off x="546100" y="165735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4. Conclusiones y Recomendaciones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RF destaca en precisión y ROC.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Recomendar implementación en producción.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• Monitorear ratings y branches para optimizar ventas.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4B04924-7F75-599D-412D-1F8616DF00DC}"/>
              </a:ext>
            </a:extLst>
          </p:cNvPr>
          <p:cNvSpPr/>
          <p:nvPr/>
        </p:nvSpPr>
        <p:spPr>
          <a:xfrm>
            <a:off x="457200" y="8046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</a:rPr>
              <a:t>v1.0.0 | Retail ML Project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93368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B8E7C-B9C7-4D0E-1F11-0D821D026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93DB49-6D1A-2BC0-CA31-C8A5E6629BDC}"/>
              </a:ext>
            </a:extLst>
          </p:cNvPr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4E79"/>
                </a:solidFill>
              </a:rPr>
              <a:t>Proyecto 1: Análisis y Predicción de Ventas en Retail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58FCD3-04BE-A98E-59FA-6F683A702DF0}"/>
              </a:ext>
            </a:extLst>
          </p:cNvPr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75B6"/>
                </a:solidFill>
              </a:rPr>
              <a:t>Clasificación Basada en Árboles - One-Page Summary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EA41C60-CFA4-6708-0C4C-5A2A9974A497}"/>
              </a:ext>
            </a:extLst>
          </p:cNvPr>
          <p:cNvSpPr/>
          <p:nvPr/>
        </p:nvSpPr>
        <p:spPr>
          <a:xfrm>
            <a:off x="457200" y="1508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Visualizaciones Clave: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D550955-6EE4-C633-90E0-37F4F19D0D9A}"/>
              </a:ext>
            </a:extLst>
          </p:cNvPr>
          <p:cNvSpPr/>
          <p:nvPr/>
        </p:nvSpPr>
        <p:spPr>
          <a:xfrm>
            <a:off x="457200" y="8046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</a:rPr>
              <a:t>v1.0.0 | Retail ML Project</a:t>
            </a:r>
            <a:endParaRPr lang="en-US" sz="12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E7C4214-8DAF-38FA-177B-FE379254B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0" y="1736128"/>
            <a:ext cx="2971423" cy="194433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44A3E9A-4B1C-8870-F020-AF349B79E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53" y="2089150"/>
            <a:ext cx="3041510" cy="1413352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5AAA5A4-5CF7-54EF-12D8-BBCE716DC8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1972918"/>
            <a:ext cx="2313813" cy="164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0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349</Words>
  <Application>Microsoft Office PowerPoint</Application>
  <PresentationFormat>Presentación en pantalla 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y Predicción de Ventas - Clasificación Basada en Árboles</dc:title>
  <dc:subject>PptxGenJS Presentation</dc:subject>
  <dc:creator>Proyecto Retail ML</dc:creator>
  <cp:lastModifiedBy>lquelemv@gmail.com</cp:lastModifiedBy>
  <cp:revision>2</cp:revision>
  <dcterms:created xsi:type="dcterms:W3CDTF">2026-06-13T04:10:14Z</dcterms:created>
  <dcterms:modified xsi:type="dcterms:W3CDTF">2026-06-13T19:27:41Z</dcterms:modified>
</cp:coreProperties>
</file>